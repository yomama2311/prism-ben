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1F4E79"/>
                </a:solidFill>
              </a:rPr>
              <a:t>PRISM</a:t>
            </a:r>
          </a:p>
          <a:p>
            <a:r>
              <a:rPr sz="2800" i="1">
                <a:solidFill>
                  <a:srgbClr val="5B6770"/>
                </a:solidFill>
              </a:rPr>
              <a:t>PRior-guided Imagination Sampling in world Models</a:t>
            </a:r>
          </a:p>
          <a:p>
            <a:r>
              <a:rPr sz="2000">
                <a:solidFill>
                  <a:srgbClr val="777777"/>
                </a:solidFill>
              </a:rPr>
              <a:t>Closed-form Product-of-Gaussians fusion of a learned action prior into MPPI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222222"/>
                </a:solidFill>
              </a:rPr>
              <a:t>Yuhai Wang  •  Northeastern University  •  2026-05-06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Introduction — what's the upstream question in MBRL planning?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Related work — world models, sampling-based MPC, action priors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Method — JEPA + MPPI + learned MLP prior + PoG fusion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Experiments — Cube + PushT + Tworoom (negative case)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Results — +30 / +20 pp; regime asymmetry; asymptote validation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Real-robot — today's progress on Franka deployment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Conclusion + limitations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Calibri"/>
              </a:rPr>
              <a:t>45–60 minutes  •  ~45 slides  •  Q&amp;A throughout, please interrupt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§1</a:t>
            </a:r>
          </a:p>
          <a:p>
            <a:r>
              <a:rPr sz="54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Model-based RL with imagined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Imagine consequences of candidate actions inside a learned world model — then act.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 ingredients of every world-model planner: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world model that scores trajectories — heavy academic focus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sampling distribution that proposes them — under-examined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Examples: DreamerV3, TD-MPC2, LeWM, DINO-WM.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097280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How does MPPI choose its sampling distribution today?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All three approaches share one limitation: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777777"/>
                </a:solidFill>
                <a:latin typeface="Calibri"/>
              </a:rPr>
              <a:t>▸ they replace only the mean — and discard how confident the demonstration is at this state.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But that confidence is exactly what matters for a sampling distribution.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Our framing: precision-weighted Gaussian fusion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0972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Given a planner default and a learned prior, both Gaussian, fuse them via Product-of-Gaussians.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Closed form. Posterior interpretation: two independent Gaussian observations of the same latent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Why PoG: three properties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P1.  Per-state precision weighting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More confident source dominates state-by-state — automatic, no scheduler.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Locally tight σ in high-density regions of training data → prior dominates there.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P2.  Asymptote guarantee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 the prior's variance grows, the fused distribution recovers vanilla MPPI exactly.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Structural property of PoG, not an empirical claim.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P3.  Parameter-free, closed-form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inference-time optimization, no learned blending coefficient, no scheduler.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visualized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When the prior is uninformative (large σ), PRISM ≡ vanilla MPPI mathematically.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Warm-start does NOT have this property: a copied μ_p persists no matter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in one picture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Frozen JEPA encoder → small MLP prior head → PoG fusion → MPPI loop.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Only the prior head is trained; everything else is the LeWM substrate.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Contributions of 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Method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PRISM-MPPI: closed-form precision-weighted fusion of a learned action prior into MPPI.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Sits between mean-only warm-start (no σ) and KL-bias MPPI (no closed-form Gaussian instance).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Empirical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+30.7 pp on Cube and +20.7 pp on PushT over vanilla MPPI (3 seeds, paired, p≈0.008 / 0.09).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Regime asymmetry: warm-start ≈ PRISM on strong unimodal prior (Cube).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Only PRISM survives a multimodal expert with a sub-expert μ (PushT).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When demos are &lt;50% successful (Tworoom), no head learns; asymptote returns vanilla MPPI as predicted.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§2</a:t>
            </a:r>
          </a:p>
          <a:p>
            <a:r>
              <a:rPr sz="5400" b="1">
                <a:solidFill>
                  <a:srgbClr val="FFFFFF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World models with sampling-based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DreamerV3 (Hafner+ 2023): reward-conditional latent dynamics, actor-critic on imagined trajectories.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(Hansen+ 2024): latent dynamics + Q-network + CEM-style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LeWM (Maes+ 2026): JEPA-based world model, NO reward predictor, NO Q-network — cost is purely visual.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Embedding-MSE to a goal frame:  cost(a) = ‖f(z_t, a) − z_g‖²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We pick LeWM as the substrate: any improvement is unambiguously the planner's seed (no Q to absorb).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DINO-WM (Zhou+ 2024): similar JEPA-style goal-conditioned world model with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PiJEPA — closest substrate, different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Chahe &amp; Zhou 2026.03 (Drexel): JEPA-based world-model planning + MPPI + a fine-tuned Octo policy as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Same JEPA + MPPI substrate as us. Different fusion.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PiJEPA's choice: warm-start.  μ_MPPI ← μ_policy.  Discards σ_p.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differentiation, on two complementary axes: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Fusion algebra: PoG retains σ_p, automatic precision weighting, asymptote guarantee.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Task domain: PiJEPA = visual navigation; we = visual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PushT result is a direct empirical case where warm-start would fail and PoG survives.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VLMPC (Wang+ RSS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VLM (e.g. GPT-4V) provides a low-dim Gaussian action prior at every env step.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+ MPPI substrate; mean-only injection.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Validated on simulated and real UR5 manipulation tasks.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differentiation, three axes: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 — VLMPC hand-sets it; we learn it via β-NLL.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Compute — VLMPC calls VLM each env step (heavy); we use a 0.5M MLP on cached JEPA features.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Fusion — VLMPC drops σ; we contribute closed-form Gaussian fusion.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PoG form is independent of where the prior comes from — VLM-derived priors are a future extension.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Biased-MPPI (Trevisan &amp; Alonso-Mora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General derivation: MPPI with arbitrary sampling distributions via KL-bias importance sampling.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Used to fuse multiple ancillary controllers.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Evaluated on low-dim state-space tasks (pendula, ships, wheeled vehicles) — not vision-based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Mathematically more general than ours, but lacks the closed-form Gaussian instance.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= the Gaussian-Gaussian special case with: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closed-form posterior (no importance-sampling reweighting overhead)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asymptote guarantee built in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per-state precision weighting tied to the prior head's σ_p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Positioning — where PRISM sits in the 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Mean-only injection (warm-start, PiJEPA, VLMPC):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Simple. Gracefully passes when prior is good. Fails when prior μ is bad.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No σ-handling, no asymptote guarantee.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KL-bias / importance-sampling general (Biased-MPPI):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Mathematically general but no closed-form Gaussian instance.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Evaluated only on low-dim state-space.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PRISM-PoG (ours):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Closed-form Gaussian fusion.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Asymptote guarantee for free.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Per-state precision weighting from the head's own σ_p.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Empirically validates on visual manipulation across two very different sims.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§3</a:t>
            </a:r>
          </a:p>
          <a:p>
            <a:r>
              <a:rPr sz="54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LeWM — our world-model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Frozen JEPA encoder  h_ψ : observation → 192-d embedding.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Action-conditional latent predictor  f_θ : (z_t, a_{t..t+H}) → ẑ_{t+H}.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Goal-conditioned cost: cost(a) = ‖f_θ(z_t, a) − z_g‖².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reward predictor. No value network.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Any planner-side improvement is unambiguously attributable to the seed distribution.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Q-network can quietly absorb prior knowledge into another channel.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use LeWM's pretrained checkpoints; we DO NOT modify the encoder or predictor.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Goal-conditioned MPPI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each env step: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Initialize sampling distribution N(μ, σ²I).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Draw N candidate sequences a^(i) ~ N(μ, σ²).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Score each with cost = ‖f_θ(z_t, a^(i)) − z_g‖².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Re-fit μ, σ² to elite-weighted samples (exp(−β·cost) weights).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Iterate J times. Execute first action of resulting plan.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MPPI: μ ← 0 every step. Warm-start: μ ← μ_prev.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intervenes ONLY at the first-iteration seed: μ, σ ← PoG-fused.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Prior head — MLP on JEPA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Input: concatenated [z_t, z_g] ∈ ℝ^384  (192 + 192 from JEPA-Tiny).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3-layer GELU MLP, hidden = 512, ~0.5M parameters.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Output: (μ_p, σ_p) over a 25-step normalized action sequence.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Reshape to (B, H=5, A_block=5, A_raw).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A_raw = 5 (Cube, 5-DoF), 2 (PushT, planar).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σ_p via softplus + 0.05 floor.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Trained offline once. Frozen at planning time. No gradients flow through JEPA at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β-NLL loss — robust Gaussian variance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Standard Gaussian NLL pathology: σ collapses to dataset-mean prediction → useless variance.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β-NLL (Seitzer+ 2022): multiply NLL by stop-gradient(σ²)^β, β=0.5.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β=0: standard NLL (collapse-prone).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β=1: equivalent to MSE (no variance learning).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β=0.5: keeps σ-gradient alive, prevents collapse.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settings:  AdamW lr=3e-4, cosine + 1k warmup, β=0.5.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Per-task training time: &lt;5 min once JEPA features are cached.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PoG fusion at MPPI seeding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Given: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planner default proposal  N(μ_π, Σ_π)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frozen prior head output  N(μ_p, Σ_p)  with Σ_p inflated by scalar s ≥ 1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Compute: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Σ_fused⁻¹  =  Σ_π⁻¹  +  (s·Σ_p)⁻¹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μ_fused    =  Σ_fused · (Σ_π⁻¹ μ_π  +  (s·Σ_p)⁻¹ μ_p)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 N(μ_fused, Σ_fused) as MPPI's first-iteration seed; iterate normally afterwards.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 is the ONLY hyperparameter we add. Default s = 2.0 throughout.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 s → ∞, the prior's precision (s·Σ_p)⁻¹ → 0.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Therefore:  Σ_fused → Σ_π,  μ_fused → μ_π.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with sufficiently large s = vanilla MPPI exactly. By construction.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Practical implication: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Mis-tuning s above the saturation point costs you nothing — the floor is vanilla MPPI.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Warm-start has no such floor: a bad μ_p stays bad indefinitely.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verify this empirically: s = 10⁴ recovers vanilla MPPI within 2pp on both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Per-state precision weighting — fine-grained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asymptote is GLOBAL but precision weighting is PER-STATE.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locally confident (small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high; fused mean tracks μ_p.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well-trained regions of the demonstration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uncertain (large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low; fused mean stays close to MPPI's default.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OOD inputs at episode start, or after the agent leaves the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external state-confidence estimator needed — comes from the head's own σ_p.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—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Given: frozen h_ψ, frozen f_θ, frozen prior head g_φ, scale s, horizon H, samples N, iterations J.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z_t ← h_ψ(o_t),   z_g ← h_ψ(o_g)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(μ_p, σ_p) ← g_φ(z_t, z_g)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(μ_π, σ_π) ← MPPI default seed (zero mean)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(μ_f, σ_f) ← PoG fusion with scale 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for j ∈ [1..J]: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draw N samples a^(i) ~ N(μ_f, diag(σ_f²))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score: cost^(i) = ‖f_θ(z_t, a^(i)) − z_g‖²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refit (μ_f, σ_f) to elite weighted samples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return first action of μ_f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§4</a:t>
            </a:r>
          </a:p>
          <a:p>
            <a:r>
              <a:rPr sz="5400" b="1">
                <a:solidFill>
                  <a:srgbClr val="FFFFFF"/>
                </a:solidFill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 tasks — completely different sims, same substrate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515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Different physics engines (MuJoCo vs pymunk), different action dims (5 vs 2), different demo sources.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Same JEPA encoder, same prior-head architecture, same hyperparameters s=2.0 — generality argument.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Demo quality determines whether the head can learn at 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 100% expert → 41% val MSE drop.  PushT 99.5% → 19.5%.  Tworoom 40% → only 7.3% (fails the 15% gate).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Empirical threshold: ~50% demo success rate is the floor below which the prior head doesn't learn.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Methods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Zero-mean Gaussian seed.  LeWM-default planner.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Execute μ_p directly. No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Seed MPPI's mean with μ_p, but discard σ_p (use default planner σ).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(ours)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PoG fusion of (μ_π, σ_π) and (μ_p, s·σ_p).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All MPPI variants share identical hyperparameters: N=300 samples, J=30 iterations, H=5 plan-steps × A_block=5.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Multi-seed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Seeds {0, 1, 42}.  Per seed: N=50 episodes, paired across methods.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Episodes drawn from the demonstration dataset: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Pick start frame s.  Goal frame = dataset[s+24]['pixels'].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Reset env to dataset[s] state.  Plan with eval_budget=50 env steps.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Success = LeWM-paper criterion (object-to-target / coverage threshold).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Statistics:  mean ± std across seeds, paired t-tests for Δ.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Hardware:  RTX 5090 32GB, single GPU.  ~30-45 min / (task, method) for full multi-seed cell.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§5</a:t>
            </a:r>
          </a:p>
          <a:p>
            <a:r>
              <a:rPr sz="54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Headline result — PRISM-MPPI vs vanilla MPPI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332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60960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Vanilla 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PRISM-MPPI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Δ (paired)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Cube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46.7 ± 2.3 %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77.3 ± 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+30.7 ± 4.6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0.008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PushT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60.0 ± 6.0 %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80.7 ± 5.8 %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+20.7 ± 11.7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0.09 (marginal)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Cube: statistically clean: paired p ≈ 0.008, all 3 seeds positive.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PushT: marginal at n=3 (p ≈ 0.09) but all 3 seeds positive — consistent direction.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Magnitudes:  +30 pp Cube,  +20 pp PushT.  Across two tasks with completely different physics, action dims, and demo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All four methods, both tasks — bar chart view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686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The central story: regime asymmetry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61288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Strong unimodal prior (Cube): warm-start ≈ PRISM. The σ_p doesn't add much.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Multimodal expert with poor unimodal-Gaussian fit (PushT): only PoG retains the σ_p that protects the planner.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Cube — strong unimodal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100% scripted-oracle expert demonstrations.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 distribution is unimodal at every state — Gaussian fit is faithful.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 = 66% (well above vanilla MPPI's 47%) → the prior μ alone is informative.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(μ-only) lifts to 57%; PRISM (μ + σ) lifts to 77%.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+20 pp gap from warm-start to PRISM comes from σ_p contributions in the elite-set fitting.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On a strong-prior task, σ helps but isn't critical — both warm-start and PoG win.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PushT — multimodal expert defeats warm-start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99.5% Diffusion-Policy expert demonstrations.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Action distribution at any state is MULTIMODAL (multiple valid push directions).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Unimodal Gaussian head fits a poor mean: BC-only collapses to 31% &lt;&lt; vanilla MPPI's 60%.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Warm-start would drag MPPI toward this poor mean — but in our experiments we see ~77%.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Why? Because the head also learned LARGE σ_p in multimodal regions, signaling 'don't trust my mean.'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Even with mean-only injection, MPPI's first-iteration sampling diversity rescues it.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at 81% gets the additional precision-weighting benefit on the smaller subset of locally-confident states.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The protection is structural: σ_p large in multimodal regions ⇒ planner samples dominate ⇒ no harm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σ-sweep — empirical asymptote validation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PRISM-MPPI peaks around s ∈ [1, 3]; converges to vanilla MPPI for s ≥ 100.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Cube: 48.7% @ s=10⁴ vs 46.7% vanilla — within 2 pp, asymptote holds empirically.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PushT: 62% @ s=10⁴ vs 60% vanilla —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Tworoom — the negative case (why this is the right behavior)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2D navigation through a doorway between two rooms.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Demos collected by a noisy heuristic with 40.4% trajectory success rate.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Prior head training: only 7.3% val-MSE drop init→best.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was 41%, PushT was 19.5%. Tworoom is far below these.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Fails the script's quality gate of ≥15% drop. No checkpoint saved.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Why: 60% of training trajectories never reach the goal → 60% of (z_t, z_g) pairs have invalid 'expert' targets.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Asymptote guarantee predicts: when σ_p is uniformly large, PRISM ≡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framework correctly degrades. Tworoom is a paper-positive finding, not a regression.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Same-wall-clock comparison vs CEM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PRISM-MPPI (N=1200, 4× compute) vs CEM-warm-start (N=300, ~4× more cycles per sample):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Cube: PRISM-MPPI 80.7 ± 3.1 %  vs  CEM-warm-start 81.3 ± ?  →  Δ = −0.7 ± 3.1 pp,  p ≈ 0.74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Within noise — PRISM-MPPI matches CEM at equal wall-clock on Cube.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PushT: CEM-warm-start sustains a +12.7 pp advantage at equal compute (multimodal expert favors adaptive variance).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Paper framing:  'PRISM-MPPI matches CEM-quality at MPPI compute speed.'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We do NOT claim PRISM beats CEM in absolute terms — CEM's adaptive σ partially absorbs the role of σ_p.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is the cleanest setting for fixed-σ MPPI, which has its own deployment merits (predictable compute).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Aside — is the head memorizing the training 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Concern: ~90% of eval episodes are in the head's training set (we audit this).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Counter-argument from BC-only numbers: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BC-only = 66% on a 100% expert dataset.  If memorizing, BC-only would be ~100%.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PushT BC-only = 31% on a 99.5% expert dataset.  If memorizing, BC-only would be ~99%.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These are exactly the failure modes of a generalizing-but-imperfect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gain comes from the planner correcting an imperfect prior using the world model — not lookup.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will run a held-out-only ablation as a sanity check before camera-ready.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§6</a:t>
            </a:r>
          </a:p>
          <a:p>
            <a:r>
              <a:rPr sz="5400" b="1">
                <a:solidFill>
                  <a:srgbClr val="FFFFFF"/>
                </a:solidFill>
              </a:rPr>
              <a:t>Real-Robot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architecture — three machines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Our workstation = ROS client.  Lab control PC = real-time torque generation.  Franka =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ROS communication — verified today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All read-side layers verified end-to-end with real Franka data (30 Hz, 0 dropped).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Publish path intentionally not implemented — needs Xiao Hu's franka_run.py + ErrorRecoveryAction client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— what remains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Receive Xiao Hu's keyboard-control reference script (franka_run.py).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publisher to /cartesian_impedance_example_controller/equilibrium_pose.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ErrorRecoveryAction client (mandatory for any robot-side error).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Confirm camera ROS topic for RGB observation feeding JEPA.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Collect ~200 real teleop demos for re-training JEPA + world model + prior head on real data.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Sim-trained JEPA will not transfer to real Franka pixels.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Estimated effort: 1 week demo collection + 1 day re-training + 2 days eval.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First closed-loop hello-world target: 3-5 days from receiving Xiao Hu's script.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§7</a:t>
            </a:r>
          </a:p>
          <a:p>
            <a:r>
              <a:rPr sz="5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Summary — what we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PRISM-MPPI: closed-form, precision-weighted Gaussian fusion of a learned action prior into MPPI's seed.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Three structural properties: per-state precision weighting, asymptote guarantee, parameter-free.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+30.7 pp on Cube and +20.7 pp on PushT over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Regime asymmetry — warm-start ≈ PRISM when prior is good, but only PRISM survives when prior μ is bad.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graceful degradation when the prior cannot learn, exactly as the asymptote guarantees.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Real-robot Franka deployment underway — ROS read path verified today; publisher pending.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Limitations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Demo quality below ~50% success rate yields no useful prior (Tworoom).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Unimodal Gaussian head under-fits truly multimodal experts (PushT) — ceiling exists but PoG still helps.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Currently MPPI-only; CEM's adaptive σ partially absorbs PoG's contribution.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 only at the moment; real-robot in progress.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Future work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Mixture-of-Gaussians prior head — lifts the PushT ceiling.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VLM-derived priors plugged into the same PoG fusion (sister Newt-PRISM project).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Cross-domain generalization — DINOv2 / V-JEPA-2 encoders without re-training.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CEM-PRISM extension once the MPPI story is published.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Thank you</a:t>
            </a:r>
          </a:p>
          <a:p>
            <a:r>
              <a:rPr sz="2800">
                <a:solidFill>
                  <a:srgbClr val="FFFFFF"/>
                </a:solidFill>
              </a:rPr>
              <a:t>Questions and discussion welcome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F0F3F7"/>
                </a:solidFill>
              </a:rPr>
              <a:t>PRISM-JEPA   •   Northeastern University   •   Yuhai Wang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